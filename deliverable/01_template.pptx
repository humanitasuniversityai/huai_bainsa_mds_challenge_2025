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Montserrat"/>
      <p:bold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Montserrat-boldItalic.fntdata"/><Relationship Id="rId10" Type="http://schemas.openxmlformats.org/officeDocument/2006/relationships/font" Target="fonts/Montserrat-bold.fnt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833a98fb1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833a98fb1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833a98fb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a833a98fb1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833a98fb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a833a98fb1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83475" y="92100"/>
            <a:ext cx="1060551" cy="909159"/>
          </a:xfrm>
          <a:custGeom>
            <a:rect b="b" l="l" r="r" t="t"/>
            <a:pathLst>
              <a:path extrusionOk="0" h="2616285" w="3119267">
                <a:moveTo>
                  <a:pt x="0" y="0"/>
                </a:moveTo>
                <a:lnTo>
                  <a:pt x="3119268" y="0"/>
                </a:lnTo>
                <a:lnTo>
                  <a:pt x="3119268" y="2616285"/>
                </a:lnTo>
                <a:lnTo>
                  <a:pt x="0" y="26162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25"/>
          <p:cNvSpPr txBox="1"/>
          <p:nvPr/>
        </p:nvSpPr>
        <p:spPr>
          <a:xfrm>
            <a:off x="2248952" y="1639469"/>
            <a:ext cx="464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Montserrat"/>
                <a:ea typeface="Montserrat"/>
                <a:cs typeface="Montserrat"/>
                <a:sym typeface="Montserrat"/>
              </a:rPr>
              <a:t>TEAM X </a:t>
            </a:r>
            <a:endParaRPr sz="4300"/>
          </a:p>
        </p:txBody>
      </p:sp>
      <p:pic>
        <p:nvPicPr>
          <p:cNvPr id="131" name="Google Shape;13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9150" y="92100"/>
            <a:ext cx="1060550" cy="1024287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/>
        </p:nvSpPr>
        <p:spPr>
          <a:xfrm>
            <a:off x="2427375" y="2319075"/>
            <a:ext cx="47013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Members: XXXX, XXXX, XXXX, XXXX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/>
          <p:nvPr/>
        </p:nvSpPr>
        <p:spPr>
          <a:xfrm>
            <a:off x="83475" y="92100"/>
            <a:ext cx="1060551" cy="909159"/>
          </a:xfrm>
          <a:custGeom>
            <a:rect b="b" l="l" r="r" t="t"/>
            <a:pathLst>
              <a:path extrusionOk="0" h="2616285" w="3119267">
                <a:moveTo>
                  <a:pt x="0" y="0"/>
                </a:moveTo>
                <a:lnTo>
                  <a:pt x="3119268" y="0"/>
                </a:lnTo>
                <a:lnTo>
                  <a:pt x="3119268" y="2616285"/>
                </a:lnTo>
                <a:lnTo>
                  <a:pt x="0" y="26162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26"/>
          <p:cNvSpPr txBox="1"/>
          <p:nvPr/>
        </p:nvSpPr>
        <p:spPr>
          <a:xfrm>
            <a:off x="2314827" y="296431"/>
            <a:ext cx="464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Montserrat"/>
                <a:ea typeface="Montserrat"/>
                <a:cs typeface="Montserrat"/>
                <a:sym typeface="Montserrat"/>
              </a:rPr>
              <a:t>Title</a:t>
            </a:r>
            <a:endParaRPr sz="4300"/>
          </a:p>
        </p:txBody>
      </p:sp>
      <p:pic>
        <p:nvPicPr>
          <p:cNvPr id="139" name="Google Shape;13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9150" y="92100"/>
            <a:ext cx="1060550" cy="102428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6"/>
          <p:cNvSpPr txBox="1"/>
          <p:nvPr/>
        </p:nvSpPr>
        <p:spPr>
          <a:xfrm>
            <a:off x="2427375" y="2319075"/>
            <a:ext cx="47013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/>
          <p:nvPr/>
        </p:nvSpPr>
        <p:spPr>
          <a:xfrm>
            <a:off x="83475" y="92100"/>
            <a:ext cx="1060551" cy="909159"/>
          </a:xfrm>
          <a:custGeom>
            <a:rect b="b" l="l" r="r" t="t"/>
            <a:pathLst>
              <a:path extrusionOk="0" h="2616285" w="3119267">
                <a:moveTo>
                  <a:pt x="0" y="0"/>
                </a:moveTo>
                <a:lnTo>
                  <a:pt x="3119268" y="0"/>
                </a:lnTo>
                <a:lnTo>
                  <a:pt x="3119268" y="2616285"/>
                </a:lnTo>
                <a:lnTo>
                  <a:pt x="0" y="26162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27"/>
          <p:cNvSpPr txBox="1"/>
          <p:nvPr/>
        </p:nvSpPr>
        <p:spPr>
          <a:xfrm>
            <a:off x="2248952" y="296431"/>
            <a:ext cx="464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Montserrat"/>
                <a:ea typeface="Montserrat"/>
                <a:cs typeface="Montserrat"/>
                <a:sym typeface="Montserrat"/>
              </a:rPr>
              <a:t>Conclusions</a:t>
            </a:r>
            <a:endParaRPr sz="4300"/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9150" y="92100"/>
            <a:ext cx="1060550" cy="102428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7"/>
          <p:cNvSpPr txBox="1"/>
          <p:nvPr/>
        </p:nvSpPr>
        <p:spPr>
          <a:xfrm>
            <a:off x="2427375" y="2319075"/>
            <a:ext cx="47013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